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F2E"/>
    <a:srgbClr val="F1F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2D866D-B4D7-474E-AD7A-D1CFA80D9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452F82-FB53-409C-8CEC-2D0924044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5CE738-3A8D-42D5-8029-DE7253672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FCC2D1-645A-465F-84B6-5CCCC04B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3AFA8D-4B80-4734-B951-40163518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141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038DC-0874-49E0-8EB2-6BCA9C25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5D0153-AD9D-4043-803A-9B6F91C2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27EA2F-2BEC-40E5-AF76-7B56F848D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DB27B2-CF74-42F8-9CFC-D18947D55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F1049A-75AD-44EC-AEF8-60961889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726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991ED0-BF92-4C82-B794-20EA4435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D63C26-7052-43DE-A93C-FA52184FF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7CC65E-4815-4F9C-8A22-45C1CB8A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13EBF3-F6B8-436F-8A83-E6B6D8A3F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C76227-7278-43A6-B7C2-223B834BA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46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BE70B-4759-47E1-94B7-415A9500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DDA254-C17E-44AC-B712-81A28A26D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FEFFD8-EC18-4609-B6B6-75DCD92FC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DE6041-B342-42FC-9E89-BF722C15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DDE497-1E46-4860-B5E5-E9B6A1F9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79496D-4939-4C1B-BF77-973DCD4B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90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F35B28-8993-4600-806B-C0FEE3D52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22D28B-CEA0-4598-A8D8-40DD3EF49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4855C5-7F74-42CC-8DD9-67D75F1EF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DA01835-0003-472F-857C-ED3EE5DFD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1939762-9E3D-4D79-B5E4-EC4ABF237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E69135-795E-43A6-AA0A-1A33668B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739DDA6-998B-49ED-9EDE-EE8B6289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0488EB-0E0D-4660-ADE9-E80B36338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196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7E9BA-6357-4A14-9DFC-B842A22C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BF48B68-8FBA-47A2-9E66-CD4EEDE6D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820077-8C83-4E2F-BBCA-F26E67E1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2EB2D18-15B7-443C-9E99-B8229F23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97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51CCAB5-E6E1-4520-BDCC-E90B2C90B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853B41-83CA-4C2E-BB1E-703210CD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C8A3A5-4598-46B7-A2A1-5C7F9B90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92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F9554-7A56-440C-A449-FDA898FA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65D529-56CF-479F-B6B1-6B1E8B89C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716A4E-24A8-4D78-943C-1D3BC6154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1B7CDB-C48E-47E8-861A-5346A9A35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14EE23-26FA-4373-866B-CB1759D1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5BD7B2-0729-4AA1-B203-BE6C34F77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669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7F9EDE-100F-4F5F-BEDE-B92A3DD4E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5E743B-C1D5-4FE2-B44F-C4BE0791B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D36F19C-C9A9-4593-B4AB-1F6EECE11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0A45F3-226F-41A3-BAA1-0DC1882F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D13CB5-FA1A-4252-A499-7E82C417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D72624-C23C-4109-A17A-F9CCACE7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6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13645-149E-435E-B70E-C4753B81C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4E603D-D7D6-4439-88C5-CC8F47841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DB7F8-0AEF-443B-9493-22F7C830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6A5FB7-9EB4-4D60-B8DC-36EC0CA0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4529BD-51BE-42A7-940E-4F5B64E7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22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3C61EB-899C-4918-9323-6798125AE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A929C2-1D67-4E17-8420-BD7B53805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D526C4-A6DF-4A1F-80FB-286A5A0A3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5953DD-F850-4B12-9FBB-CD3A2D2C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DFF517-38EF-4315-A79E-9ABB1525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6777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F25AD-E5AB-4D9B-857A-21AB67E5E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E44CEE-80C2-4C51-994C-2DBBFBBB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E1A2A7-AF94-47E0-B63D-8C0F34489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3A52A-DEF0-4AA1-96B7-8BAF4B9E64DB}" type="datetimeFigureOut">
              <a:rPr lang="ru-RU" smtClean="0"/>
              <a:t>15.04.2026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226317-CFF5-4836-ADAB-160B51780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150CF2-DF5B-4441-A0A8-26480F132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B9CDF-BAAE-4902-8535-9ADE5292677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29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D7E31-9472-4324-ABE0-A568A0AAE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07" y="811852"/>
            <a:ext cx="5762920" cy="3760148"/>
          </a:xfrm>
        </p:spPr>
        <p:txBody>
          <a:bodyPr>
            <a:normAutofit/>
          </a:bodyPr>
          <a:lstStyle/>
          <a:p>
            <a:r>
              <a:rPr lang="ru-RU" dirty="0"/>
              <a:t>Психологический портрет Печорина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0A65E4A-EF93-4353-A8D2-44233D32F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005" y="811852"/>
            <a:ext cx="6073240" cy="492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601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68A6-137A-4E76-8DAA-CE6DB3799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17" y="106846"/>
            <a:ext cx="7494309" cy="1325563"/>
          </a:xfrm>
        </p:spPr>
        <p:txBody>
          <a:bodyPr/>
          <a:lstStyle/>
          <a:p>
            <a:r>
              <a:rPr lang="ru-RU" dirty="0"/>
              <a:t>Григорий Александрович Печорин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EA4688-813A-4F20-A244-BA816B1B7B5E}"/>
              </a:ext>
            </a:extLst>
          </p:cNvPr>
          <p:cNvSpPr txBox="1"/>
          <p:nvPr/>
        </p:nvSpPr>
        <p:spPr>
          <a:xfrm>
            <a:off x="364503" y="1542379"/>
            <a:ext cx="5825765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Молодой человек 20-25 лет, офицер, силен, храбр и активен снаружи</a:t>
            </a: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lang="ru-RU" sz="2400" i="1" dirty="0">
                <a:solidFill>
                  <a:srgbClr val="2C5F2E"/>
                </a:solidFill>
                <a:effectLst/>
              </a:rPr>
              <a:t>«В продолжение ночи, предшествовавшей поединку, я не спал ни минуты»</a:t>
            </a:r>
            <a:endParaRPr lang="ru-RU" sz="2400" dirty="0">
              <a:effectLst/>
            </a:endParaRPr>
          </a:p>
          <a:p>
            <a:pPr>
              <a:spcBef>
                <a:spcPts val="250"/>
              </a:spcBef>
              <a:spcAft>
                <a:spcPts val="250"/>
              </a:spcAft>
            </a:pPr>
            <a:r>
              <a:rPr lang="ru-RU" sz="2400" i="1" dirty="0">
                <a:solidFill>
                  <a:srgbClr val="2C5F2E"/>
                </a:solidFill>
                <a:effectLst/>
              </a:rPr>
              <a:t>«Я скакал, задыхаясь от нетерпенья»</a:t>
            </a:r>
            <a:endParaRPr lang="ru-RU" sz="2400" dirty="0"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Внутри будто совсем не такой, осмысленный, взрослый и уставший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 вступил в эту жизнь, пережив её уже мысленно»</a:t>
            </a:r>
            <a:endParaRPr lang="ru-RU" sz="240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1BE81C8-1B75-4AA4-BE62-C7B6D2D82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384" y="395267"/>
            <a:ext cx="5093616" cy="571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822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80704-25F7-4709-9769-08EC87C61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Отношение к жизни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0AAC7-560D-4566-9DB0-713A09D71F2C}"/>
              </a:ext>
            </a:extLst>
          </p:cNvPr>
          <p:cNvSpPr txBox="1"/>
          <p:nvPr/>
        </p:nvSpPr>
        <p:spPr>
          <a:xfrm>
            <a:off x="327765" y="1351508"/>
            <a:ext cx="738367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2C5F2E"/>
                </a:solidFill>
              </a:rPr>
              <a:t>	</a:t>
            </a:r>
            <a:r>
              <a:rPr lang="ru-RU" sz="2400" dirty="0"/>
              <a:t>Жизнь – скука для него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Одновременно особенный и никчемный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«Зачем я жил? Для какой цели я родился?»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</a:rPr>
              <a:t>Любит быть властным над людьми, управлять ими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«Приобретал над волей и сердцем непобедимую власть»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</a:rPr>
              <a:t>Ничто не приносит счастья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«Печальное нам смешно, смешное грустно, а вообще, правде, ко всему мы равнодушны»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Природа была для него источников жизненных сил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 помню - в этот раз, больше, чем когда-нибудь прежде я любил природу»</a:t>
            </a:r>
          </a:p>
          <a:p>
            <a:endParaRPr lang="ru-RU" sz="24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8095EA6-9B4C-4CCD-9F59-3DB264B46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440" y="75719"/>
            <a:ext cx="4612640" cy="630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49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B438A8-5F12-4B90-BA01-A3C8D85E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Характер рассуждения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4DCE942-079A-4417-8A0A-60E2E9325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253" y="763572"/>
            <a:ext cx="5632514" cy="563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C910F5-ADD8-4840-9F6F-2366AAFB93DE}"/>
              </a:ext>
            </a:extLst>
          </p:cNvPr>
          <p:cNvSpPr txBox="1"/>
          <p:nvPr/>
        </p:nvSpPr>
        <p:spPr>
          <a:xfrm>
            <a:off x="160254" y="1325563"/>
            <a:ext cx="59357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Принимает позицию наблюдателя, видит замечает и может грамотно и глубоко анализировать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Смотрит со стороны даже на себя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 взвешиваю, разбираю свои собственные страсти и поступки»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 этом не часто бывает уверен во всем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 люблю сомневаться во всём: это расположение ума не мешает решительности характера»</a:t>
            </a:r>
            <a:endParaRPr lang="ru-RU" sz="2400" dirty="0">
              <a:effectLst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778930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3DE9C-82DF-4771-9EF4-A71ED671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043"/>
            <a:ext cx="10515600" cy="1325563"/>
          </a:xfrm>
        </p:spPr>
        <p:txBody>
          <a:bodyPr/>
          <a:lstStyle/>
          <a:p>
            <a:r>
              <a:rPr lang="ru-RU" dirty="0"/>
              <a:t>Внимание и память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A86BE-B21F-49DD-8A76-207EB375F835}"/>
              </a:ext>
            </a:extLst>
          </p:cNvPr>
          <p:cNvSpPr txBox="1"/>
          <p:nvPr/>
        </p:nvSpPr>
        <p:spPr>
          <a:xfrm>
            <a:off x="412423" y="1231295"/>
            <a:ext cx="501741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Как нельзя внимателен, подмечает все, что видит и даже то, что скрыто от глаз его – для этого использует наблюдательность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«Быть всегда настороже, ловить каждый взгляд, значение каждого слова, угадывать намерения»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Помнит все поступки и события почти в деталях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«Пробегаю в памяти всё моё прошедшее и спрашиваю себя невольно: зачем я жил?»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96922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D7EA2D-92DD-45B9-8A0B-0E92EDF0C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Хобби и умения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B9AC6-1D35-4F60-B7B3-8D18473419B4}"/>
              </a:ext>
            </a:extLst>
          </p:cNvPr>
          <p:cNvSpPr txBox="1"/>
          <p:nvPr/>
        </p:nvSpPr>
        <p:spPr>
          <a:xfrm>
            <a:off x="307942" y="1325563"/>
            <a:ext cx="627196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Самая большая страсть: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«Быть всегда настороже, ловить каждый взгляд... разрушать заговоры, притворяться обманутым — вот что я называю жизнью»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Главная способность - угадывать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i="1" dirty="0">
                <a:solidFill>
                  <a:srgbClr val="2C5F2E"/>
                </a:solidFill>
              </a:rPr>
              <a:t>«Я предсказал невольно бедному его судьбу»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Ведет свой дневник, где изливает все эмоции</a:t>
            </a:r>
          </a:p>
        </p:txBody>
      </p:sp>
    </p:spTree>
    <p:extLst>
      <p:ext uri="{BB962C8B-B14F-4D97-AF65-F5344CB8AC3E}">
        <p14:creationId xmlns:p14="http://schemas.microsoft.com/office/powerpoint/2010/main" val="3877872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9209F-133F-4F28-A4E6-C603FE69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Характер речи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D6917-3D96-4F23-BDD6-FE06D4EE1F0D}"/>
              </a:ext>
            </a:extLst>
          </p:cNvPr>
          <p:cNvSpPr txBox="1"/>
          <p:nvPr/>
        </p:nvSpPr>
        <p:spPr>
          <a:xfrm>
            <a:off x="292231" y="1545996"/>
            <a:ext cx="458142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Речь четкая и ясная, без лишних слов и оправданий, прямолинейная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«Хотите ли, доктор, чтоб я раскрыл вам мою душу?»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Печорин готов сказать всю правду в лицо, ни капли не скрываясь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 вам скажу всю истину, не буду оправдываться, ни объяснять своих поступков; я вас не люблю»</a:t>
            </a:r>
            <a:endParaRPr lang="ru-RU" sz="24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938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85DCF-C750-4213-9885-11C4327E9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Чувства и эмоции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5AD2C-54D9-43F4-9940-7037096F90A8}"/>
              </a:ext>
            </a:extLst>
          </p:cNvPr>
          <p:cNvSpPr txBox="1"/>
          <p:nvPr/>
        </p:nvSpPr>
        <p:spPr>
          <a:xfrm>
            <a:off x="176753" y="1069125"/>
            <a:ext cx="77983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Герой не может подобрать слова своим состояниям, понять их, хоть и пытается в них разобраться.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«Я до сих пор стараюсь объяснить себе, какого рода чувство кипело...»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Печорин способен на удивительное самообладание, скрывая эмоции. 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«Нервы мои успокоились»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Наслаждение чужими слезами даёт ему ощущение власти, хотя он осознаёт свою разрушительную роль и страдает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«Она проведёт ночь без сна и будет плакать. Эта мысль доставляет мне необъятное наслаждение»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 «Мне было грустно… Неужели, думал я, моё единственное назначение на земле — разрушать чужие надежды?»</a:t>
            </a:r>
          </a:p>
        </p:txBody>
      </p:sp>
    </p:spTree>
    <p:extLst>
      <p:ext uri="{BB962C8B-B14F-4D97-AF65-F5344CB8AC3E}">
        <p14:creationId xmlns:p14="http://schemas.microsoft.com/office/powerpoint/2010/main" val="314818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FC732E-18F6-4CEB-8F6A-F702CF588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Тип и особенности темперамента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CA123-CA01-4060-A7A9-93767B2D0748}"/>
              </a:ext>
            </a:extLst>
          </p:cNvPr>
          <p:cNvSpPr txBox="1"/>
          <p:nvPr/>
        </p:nvSpPr>
        <p:spPr>
          <a:xfrm>
            <a:off x="509047" y="1536568"/>
            <a:ext cx="5238161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Холерический темперамент, быстрый и сильный, не неуравновешенный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Печорину постоянно требуются происшествия, встряски, интриги, без них он скучает и вянет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«Явно судьба заботится о том, чтоб мне не было скучно»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effectLst/>
              </a:rPr>
              <a:t>Реагируе</a:t>
            </a:r>
            <a:r>
              <a:rPr lang="ru-RU" sz="2400" dirty="0"/>
              <a:t>т он на все остро, быстро и сильно, даже если внешне это незаметно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 скакал, задыхаясь от нетерпенья»</a:t>
            </a:r>
            <a:endParaRPr lang="ru-RU" sz="2400" dirty="0">
              <a:effectLst/>
            </a:endParaRP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«Сердце моё сильно билось, но мысли были спокойны, голова холодна»</a:t>
            </a:r>
            <a:endParaRPr lang="ru-RU" sz="240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3078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03908-565E-4A7E-B083-86C3B2E27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Тип и черты характера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6D14D-6C79-49B0-BD62-5CA02BF53916}"/>
              </a:ext>
            </a:extLst>
          </p:cNvPr>
          <p:cNvSpPr txBox="1"/>
          <p:nvPr/>
        </p:nvSpPr>
        <p:spPr>
          <a:xfrm>
            <a:off x="235670" y="1753386"/>
            <a:ext cx="49490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Решительный, инициативный – создает себе интересные ситуации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«Я решил испытать судьбу»</a:t>
            </a:r>
          </a:p>
          <a:p>
            <a:r>
              <a:rPr lang="ru-RU" sz="2400" dirty="0"/>
              <a:t>Холодный и управляющий, ему не важно чужое мнение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«У меня врожденная страсть противоречить»</a:t>
            </a:r>
          </a:p>
          <a:p>
            <a:r>
              <a:rPr lang="ru-RU" sz="2400" dirty="0"/>
              <a:t>Самокритичный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«Я говорю смело «зависть», потому что привык себе во всем сознаваться»</a:t>
            </a:r>
          </a:p>
        </p:txBody>
      </p:sp>
    </p:spTree>
    <p:extLst>
      <p:ext uri="{BB962C8B-B14F-4D97-AF65-F5344CB8AC3E}">
        <p14:creationId xmlns:p14="http://schemas.microsoft.com/office/powerpoint/2010/main" val="2941827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06F44-4720-43E9-B849-6E8B977E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Волевые качества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F12D7-F7E7-47C0-ACB6-2450162CBF4E}"/>
              </a:ext>
            </a:extLst>
          </p:cNvPr>
          <p:cNvSpPr txBox="1"/>
          <p:nvPr/>
        </p:nvSpPr>
        <p:spPr>
          <a:xfrm>
            <a:off x="433633" y="1325563"/>
            <a:ext cx="490193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Воля Печорина непоколебима</a:t>
            </a:r>
          </a:p>
          <a:p>
            <a:r>
              <a:rPr lang="ru-RU" sz="2400" dirty="0"/>
              <a:t>Если он задумал что-то сделать, то обязательно выполнит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Неопределенность не пугает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«Я</a:t>
            </a:r>
            <a:r>
              <a:rPr lang="ru-RU" sz="2400" i="1" dirty="0">
                <a:solidFill>
                  <a:srgbClr val="2C5F2E"/>
                </a:solidFill>
                <a:effectLst/>
              </a:rPr>
              <a:t> всегда смелее иду вперёд, когда не знаю, что меня ожидает»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Самое важное – воля и свобода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«Свободы моей не продам»</a:t>
            </a:r>
            <a:endParaRPr lang="ru-RU" sz="2400" dirty="0">
              <a:effectLst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45933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6D292-FE60-4D7B-9937-576000A0C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Положение в обществе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BCAAB-212C-4555-B1CF-F0568EAFF60E}"/>
              </a:ext>
            </a:extLst>
          </p:cNvPr>
          <p:cNvSpPr txBox="1"/>
          <p:nvPr/>
        </p:nvSpPr>
        <p:spPr>
          <a:xfrm>
            <a:off x="499618" y="1536569"/>
            <a:ext cx="48830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Притягивает людей своими качествами, хоть и не любил их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«Я всегда ненавидел гостей у себя: теперь у меня каждый день полон дом» </a:t>
            </a:r>
            <a:r>
              <a:rPr lang="ru-RU" sz="2400" dirty="0"/>
              <a:t>Друзей не имеет, потому что утомляется этим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«Мы друг друга скоро поняли и сделались приятелями, потому что я к дружбе не способен»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99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62E3AF-0D35-4D85-AEC5-A9F8A134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Индивидуальность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693B5-E95D-41AA-AA4A-345FC5C1CAE6}"/>
              </a:ext>
            </a:extLst>
          </p:cNvPr>
          <p:cNvSpPr txBox="1"/>
          <p:nvPr/>
        </p:nvSpPr>
        <p:spPr>
          <a:xfrm>
            <a:off x="876692" y="1423447"/>
            <a:ext cx="432690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Печорина можно определенно назвать индивидуальностью, он не похож ни на кого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Личность его не имеет всех личностных качеств, потому как о других он мало думает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«Думая о близкой и возможной смерти, я думаю об одном себе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3700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DF5AC-A8C1-43F0-9F60-97BFF8DAF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Интеллект и нравственность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F8855-C928-4942-BEC7-B2C81FE6F57D}"/>
              </a:ext>
            </a:extLst>
          </p:cNvPr>
          <p:cNvSpPr txBox="1"/>
          <p:nvPr/>
        </p:nvSpPr>
        <p:spPr>
          <a:xfrm>
            <a:off x="584462" y="1203015"/>
            <a:ext cx="444002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Печорин имеет невероятно высокий интеллект, анализирует себя и все вокруг, знает всех</a:t>
            </a:r>
          </a:p>
          <a:p>
            <a:r>
              <a:rPr lang="ru-RU" sz="2400" i="1" dirty="0">
                <a:solidFill>
                  <a:srgbClr val="2C5F2E"/>
                </a:solidFill>
                <a:effectLst/>
              </a:rPr>
              <a:t>«Женщины должны бы желать, чтоб все мужчины их так же хорошо знали, как я»</a:t>
            </a:r>
            <a:endParaRPr lang="ru-RU" sz="2400" dirty="0">
              <a:effectLst/>
            </a:endParaRPr>
          </a:p>
          <a:p>
            <a:r>
              <a:rPr lang="ru-RU" sz="2400" dirty="0"/>
              <a:t>Нравственность  у него не так выражена из-за преобладания личных интересов</a:t>
            </a:r>
          </a:p>
          <a:p>
            <a:r>
              <a:rPr lang="ru-RU" sz="2400" i="1" dirty="0">
                <a:solidFill>
                  <a:srgbClr val="2C5F2E"/>
                </a:solidFill>
              </a:rPr>
              <a:t>«Я презираю женщин, чтоб не любить их, потому что иначе жизнь была бы слишком нелепой мелодрамой»</a:t>
            </a:r>
          </a:p>
        </p:txBody>
      </p:sp>
    </p:spTree>
    <p:extLst>
      <p:ext uri="{BB962C8B-B14F-4D97-AF65-F5344CB8AC3E}">
        <p14:creationId xmlns:p14="http://schemas.microsoft.com/office/powerpoint/2010/main" val="1685004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7F0105-14D5-4B0D-9AA4-61C300F4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F4F195-1BC6-42D0-9829-22729FEFBCF3}"/>
              </a:ext>
            </a:extLst>
          </p:cNvPr>
          <p:cNvSpPr txBox="1"/>
          <p:nvPr/>
        </p:nvSpPr>
        <p:spPr>
          <a:xfrm>
            <a:off x="141402" y="1212441"/>
            <a:ext cx="77111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Печорин – уникальный, сложный человек, который понимает все и всех вокруг, пытается разобраться в себе, но не хочет менять себя ради других. Снаружи он абсолютно спокойный и равнодушный, но внутри у него буря эмоций, выливающихся в личный дневник. На таком противопоставлении и строится его личность и представление читателя о герое</a:t>
            </a:r>
          </a:p>
        </p:txBody>
      </p:sp>
    </p:spTree>
    <p:extLst>
      <p:ext uri="{BB962C8B-B14F-4D97-AF65-F5344CB8AC3E}">
        <p14:creationId xmlns:p14="http://schemas.microsoft.com/office/powerpoint/2010/main" val="10469820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875</Words>
  <Application>Microsoft Office PowerPoint</Application>
  <PresentationFormat>Широкоэкранный</PresentationFormat>
  <Paragraphs>83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Психологический портрет Печорина</vt:lpstr>
      <vt:lpstr>Григорий Александрович Печорин </vt:lpstr>
      <vt:lpstr>Отношение к жизни</vt:lpstr>
      <vt:lpstr>Характер рассуждения</vt:lpstr>
      <vt:lpstr>Внимание и память</vt:lpstr>
      <vt:lpstr>Хобби и умения</vt:lpstr>
      <vt:lpstr>Характер речи</vt:lpstr>
      <vt:lpstr>Чувства и эмоции</vt:lpstr>
      <vt:lpstr>Тип и особенности темперамента</vt:lpstr>
      <vt:lpstr>Тип и черты характера</vt:lpstr>
      <vt:lpstr>Волевые качества</vt:lpstr>
      <vt:lpstr>Положение в обществе</vt:lpstr>
      <vt:lpstr>Индивидуальность</vt:lpstr>
      <vt:lpstr>Интеллект и нравственность</vt:lpstr>
      <vt:lpstr>Вывод: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Психологический портрет Печорина</dc:title>
  <dc:creator>Нюша Бусикова</dc:creator>
  <cp:lastModifiedBy>Нюша Бусикова</cp:lastModifiedBy>
  <cp:revision>17</cp:revision>
  <dcterms:created xsi:type="dcterms:W3CDTF">2026-04-15T18:33:49Z</dcterms:created>
  <dcterms:modified xsi:type="dcterms:W3CDTF">2026-04-15T21:47:27Z</dcterms:modified>
</cp:coreProperties>
</file>